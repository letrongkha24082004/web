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Buổi 2 đã có model Post và trang /Lab thô sơ.
Hôm nay dựng khung giao diện: menu, trang tĩnh, trang danh sách bài viết.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mục tiêu là tiêu chí đánh giá cuối buổi.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ước màu: cam = giảng viên demo, xanh = sinh viên tự làm.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Đảm bảo mọi máy có Post model build được trước khi vào bài.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tầng trình bày của MVC. Kết thúc buổi có khung giao diện cho các buổi CRUD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Vẽ lại sơ đồ, chỉ rõ phần nào học hôm nay: Routing, Controller, View, Layout, Partial.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mạnh nhất: đổi route rồi cho thấy asp-action vẫn đúng, URL gõ tay thì hỏng.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Vừa gõ vừa giải thích asp-controller/asp-action. Cả lớp gõ theo.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vòng lớp kiểm tra. Nhắc sinh viên chụp màn hình trang /Posts.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2 slide này gửi lớp làm bảng tra cứu.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 – We do – You do. Gợi ý: asp-route-id="@post.Id". Đi quanh lớp hỗ trợ.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Gọi ngẫu nhiên. Câu 3 nối với phần Tag Helper — nhấn lại nếu trả lời yếu.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3 — Controller, Routing, Razor View và giao diện Bootstrap</dc:title>
  <dc:subject>PptxGenJS Presentation</dc:subject>
  <dc:creator>Created by Marp</dc:creator>
  <cp:lastModifiedBy>Created by Marp</cp:lastModifiedBy>
  <cp:revision>1</cp:revision>
  <dcterms:created xsi:type="dcterms:W3CDTF">2026-07-22T23:45:40Z</dcterms:created>
  <dcterms:modified xsi:type="dcterms:W3CDTF">2026-07-22T23:45:40Z</dcterms:modified>
</cp:coreProperties>
</file>