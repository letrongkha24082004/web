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</p:sldIdLst>
  <p:notesMasterIdLst>
    <p:notesMasterId r:id="rId26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notesMaster" Target="notesMasters/notesMaster1.xml"/><Relationship Id="rId27" Type="http://schemas.openxmlformats.org/officeDocument/2006/relationships/presProps" Target="presProps.xml"/><Relationship Id="rId28" Type="http://schemas.openxmlformats.org/officeDocument/2006/relationships/viewProps" Target="viewProps.xml"/><Relationship Id="rId29" Type="http://schemas.openxmlformats.org/officeDocument/2006/relationships/theme" Target="theme/theme1.xml"/><Relationship Id="rId3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Buổi 4 đã có database nhưng người dùng chưa thêm/sửa/xóa được qua giao diện.
Hôm nay: hoàn thiện CRUD thật cho Post, có validation.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4 mục tiêu là tiêu chí đánh giá cuối buổi.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Quy ước màu: cam = giảng viên demo, xanh = sinh viên tự làm.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Đảm bảo mọi máy có database + bảng Posts trước khi vào bài.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Demo: submit trống thấy lỗi client; tắt JS để thấy server vẫn chặn.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Nhắc lại quy trình đổi Entity → migration → update.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"Lưu bền vững" là bằng chứng CRUD thật hoạt động, khác hẳn new List&lt;Post&gt;.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Chụp 2 slide này gửi lớp làm bảng tra cứu.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 do – We do – You do. Đi quanh lớp. Nhắc kiểm thử lưu bền vững.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Gọi ngẫu nhiên. Câu 1 quan trọng nhất về bảo mật — nhấn lại nếu yếu.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9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0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9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0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24</Slides>
  <Notes>24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24</vt:i4>
      </vt:variant>
    </vt:vector>
  </HeadingPairs>
  <TitlesOfParts>
    <vt:vector size="2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</vt:vector>
  </TitlesOfParts>
  <Company>Created by Marp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Buổi 5 — CRUD với EF Core, Model Binding và Validation</dc:title>
  <dc:subject>PptxGenJS Presentation</dc:subject>
  <dc:creator>Created by Marp</dc:creator>
  <cp:lastModifiedBy>Created by Marp</cp:lastModifiedBy>
  <cp:revision>1</cp:revision>
  <dcterms:created xsi:type="dcterms:W3CDTF">2026-07-26T15:42:34Z</dcterms:created>
  <dcterms:modified xsi:type="dcterms:W3CDTF">2026-07-26T15:42:34Z</dcterms:modified>
</cp:coreProperties>
</file>