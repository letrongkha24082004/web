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Buổi 3 đã có giao diện nhưng dữ liệu vẫn nằm trong code (new List).
Hôm nay: lưu dữ liệu bền vững vào SQLite qua EF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mục tiêu là tiêu chí đánh giá cuối buổi.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Quy ước màu: cam = giảng viên demo, xanh = sinh viên tự làm.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Đảm bảo trang /Posts chạy được. Dẫn dắt: cần lưu bền vững.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thúc buổi có database thật blogmanager.db với bảng Posts, sẵn cho CRUD buổi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Vẽ lại sơ đồ ánh xạ trước khi gõ code. Đây là ý cốt lõi của cả buổi.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quy trình 3 bước này — sẽ dùng lại ở mọi buổi có thay đổi dữ liệu.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Chờ cả lớp cài xong package. Kiểm tra dotnet ef --version chạy được.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Vừa chạy vừa giải thích. Sau lệnh này mở DB Browser ngay để thấy bảng thật.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Chụp 2 slide này gửi lớp làm bảng tra cứu.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 – We do – You do. Nhấn lại quy trình đổi Entity → migration →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Gọi ngẫu nhiên. Câu 4 chính là quy trình migration — nhấn lại nếu yếu.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4 — Thiết kế CSDL, SQLite và Entity Framework Core</dc:title>
  <dc:subject>PptxGenJS Presentation</dc:subject>
  <dc:creator>Created by Marp</dc:creator>
  <cp:lastModifiedBy>Created by Marp</cp:lastModifiedBy>
  <cp:revision>1</cp:revision>
  <dcterms:created xsi:type="dcterms:W3CDTF">2026-07-26T15:42:28Z</dcterms:created>
  <dcterms:modified xsi:type="dcterms:W3CDTF">2026-07-26T15:42:28Z</dcterms:modified>
</cp:coreProperties>
</file>