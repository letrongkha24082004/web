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Buổi 6: ai cũng thêm/sửa/xóa được. Hôm nay: phân biệt ai là ai và ai được làm gì.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mục tiêu là tiêu chí đánh giá cuối buổi.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Quy ước màu: cam = giảng viên demo, xanh = sinh viên tự làm.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Đảm bảo CRUD + danh sách chạy được trước khi thêm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Thứ tự middleware là lỗi cấu hình rất hay gặp. Nhấn mạnh.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Nhắc lại quy trình migration. Mở DB Browser xác nhận các bảng Identity.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 sinh viên gõ thẳng URL /Posts/Create khi chưa đăng nhập → server chặn.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Chụp 2 slide này gửi lớp làm bảng tra cứu.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 – We do – You do. Nhấn: kiểm tra server, không chỉ ẩn nút.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Gọi ngẫu nhiên. Câu 4 là ý bảo mật cốt lõi — nhấn lại nếu yếu.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Buổi 7 — ASP.NET Core Identity: xác thực và phân quyền</dc:title>
  <dc:subject>PptxGenJS Presentation</dc:subject>
  <dc:creator>Created by Marp</dc:creator>
  <cp:lastModifiedBy>Created by Marp</cp:lastModifiedBy>
  <cp:revision>1</cp:revision>
  <dcterms:created xsi:type="dcterms:W3CDTF">2026-08-13T00:10:52Z</dcterms:created>
  <dcterms:modified xsi:type="dcterms:W3CDTF">2026-08-13T00:10:52Z</dcterms:modified>
</cp:coreProperties>
</file>