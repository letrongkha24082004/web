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01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lớp, giới thiệu môn học và dự án xuyên suốt BlogManager.
Nhấn mạnh: hết buổi hôm nay mọi máy phải chạy được một website MVC.
Thời lượng slide này: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lướt 4 mục tiêu, nói rõ đây cũng là tiêu chí đánh giá cuối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quy ước màu: cam = giảng viên demo, xanh lá = sinh viên tự làm.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Ghi nhanh tỉ lệ HĐH lên bảng để biết cần hỗ trợ nhóm nào nhiều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Kể một ví dụ thực tế "trên máy em chạy được mà". Đây là lý do buổi 1 tồn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Vẽ lại sơ đồ này trên bảng. Nhấn mạnh chu trình request–response.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mở: khi mở localhost thì server ở đâu? Chờ sinh viên trả lời.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lỗi phổ biến nhất buổi 1: cài nhầm Runtime. Nhấn mạnh kỹ.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von: Controller là lễ tân, Model là kho dữ liệu, View là mặt tiền cửa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chọn monolith cho môn học: dễ chạy, dễ deploy, đủ để học đủ khái niệm.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Chỉ vào từng dòng, nói rõ buổi nào sẽ bổ sung tầng nào. Tạo bản đồ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trực tiếp trên HĐH phổ biến nhất của lớp. Chuẩn bị sẵn hướng dẫn cho HĐH còn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Dừng lại đây, đi một vòng lớp kiểm tra máy sinh viên. Đừng đi tiếp khi còn máy chưa chạy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Vừa gõ vừa đọc to từng lệnh. Cho sinh viên gõ theo. Chờ cả lớp thấy trang mặc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sinh viên báo lỗi commit: git config --global user.name / user.email.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Explorer, click qua từng thư mục. Không cần giải thích sâu Program.cs.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khái niệm "convention over configuration". Nhấn mạnh vì sẽ dùng suốt môn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Chờ sinh viên trả lời trước khi nói đáp án: sửa một nơi, áp dụng mọi trang.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Yêu cầu sinh viên chụp màn hình kết quả build + trang chủ để nộp.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lại slide này gửi lớp; đây là bảng tra cứu tự xử lý lỗi.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I do – We do – You do. Đi quanh lớp hỗ trợ. Giữ sẵn repo mẫu cho sinh viên kẹt cài đặt.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 4 sinh viên. Nếu câu 1 hoặc 3 trả lời sai nhiều, cần nhắc lại đầu buổi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12A2F-908A-4F40-A0B2-2880FE723850}"/>
              </a:ext>
            </a:extLst>
          </p:cNvPr>
          <p:cNvSpPr txBox="1"/>
          <p:nvPr/>
        </p:nvSpPr>
        <p:spPr>
          <a:xfrm>
            <a:off x="6096000" y="4189228"/>
            <a:ext cx="145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Nguyễn Dũng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Macintosh PowerPoint</Application>
  <PresentationFormat>Widescreen</PresentationFormat>
  <Paragraphs>52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1 — Cài đặt môi trường và ứng dụng ASP.NET Core MVC đầu tiên</dc:title>
  <dc:subject>PptxGenJS Presentation</dc:subject>
  <dc:creator>Created by Marp</dc:creator>
  <cp:lastModifiedBy>Dung Nguyen</cp:lastModifiedBy>
  <cp:revision>2</cp:revision>
  <dcterms:created xsi:type="dcterms:W3CDTF">2026-07-20T00:57:08Z</dcterms:created>
  <dcterms:modified xsi:type="dcterms:W3CDTF">2026-07-20T00:58:16Z</dcterms:modified>
</cp:coreProperties>
</file>