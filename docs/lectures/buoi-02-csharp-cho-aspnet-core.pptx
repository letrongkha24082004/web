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64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Nhắc lại: buổi 1 đã chạy được website nhưng chưa viết C# của mình.
Hôm nay học đủ C# cốt lõi để viết model, LINQ cho các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mục tiêu cũng là tiêu chí đánh giá cuối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Nhắc quy ước màu: cam = giảng viên demo, xanh = sinh viên tự làm.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một vòng nhanh, đảm bảo mọi máy có project BlogManager build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Nhấn: không dạy toàn bộ C#, chỉ phần dùng thật trong web. Ví dụ đều tái dùng làm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Kiểu tĩnh → bắt lỗi lúc build. Demo gán "mười" vào int để thấy lỗi biên dịch.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Sẽ gặp lại lỗi này ở phần LINQ với FirstOrDefault.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quy ước đặt tên PascalCase vì sẽ áp dụng suốt học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chính là model sẽ dùng ở phần live coding và các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phần sinh viên bối rối nhất. Giải thích chậm lambda và chuỗi phương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Vừa gõ vừa giải thích. Cho cả lớp gõ theo (We 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Với dữ liệu 3 bài trên slide (2 IsPublished=true), kết quả là 2. Nhắc sinh viên chụp màn hình.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2 slide này gửi lớp làm bảng tra cứu tự xử lý lỗi.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hình I do – We do – You do. Đi quanh lớp hỗ trợ. Gợi ý: OrderByDescending, Sum,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Gọi ngẫu nhiên. Câu 3 quan trọng nhất — nếu sai nhiều, nhắc lại đầu buổi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311</Words>
  <Application>Microsoft Macintosh PowerPoint</Application>
  <PresentationFormat>Widescreen</PresentationFormat>
  <Paragraphs>42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2 — C# cần thiết cho ASP.NET Core</dc:title>
  <dc:subject>PptxGenJS Presentation</dc:subject>
  <dc:creator>Created by Marp</dc:creator>
  <cp:lastModifiedBy>Dung Nguyen</cp:lastModifiedBy>
  <cp:revision>2</cp:revision>
  <dcterms:created xsi:type="dcterms:W3CDTF">2026-07-22T23:15:51Z</dcterms:created>
  <dcterms:modified xsi:type="dcterms:W3CDTF">2026-07-23T03:15:54Z</dcterms:modified>
</cp:coreProperties>
</file>